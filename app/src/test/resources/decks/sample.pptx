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slowly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update</a:t>
            </a:r>
          </a:p>
          <a:p>
            <a:r>
              <a:t>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New store opened</a:t>
            </a:r>
          </a:p>
          <a:p>
            <a:pPr lvl="2"/>
            <a:r>
              <a:t>Line one</a:t>
            </a:r>
            <a:br/>
            <a:r>
              <a:t>line two (soft break)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4572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91440"/>
            <a:ext cx="4572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tiny box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