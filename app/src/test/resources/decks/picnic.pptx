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hello and pass the strawberries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587500"/>
            <a:ext cx="6985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6E4637"/>
                </a:solidFill>
              </a:rPr>
              <a:t>Sunday Picnic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2730500"/>
            <a:ext cx="635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BE6E64"/>
                </a:solidFill>
              </a:rPr>
              <a:t>A little plan for a lovely 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6350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3C785A"/>
                </a:solidFill>
              </a:rPr>
              <a:t>What to bring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500" y="1651000"/>
            <a:ext cx="5715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466455"/>
                </a:solidFill>
              </a:rPr>
              <a:t>🍓  Strawberries and cream</a:t>
            </a:r>
          </a:p>
          <a:p>
            <a:pPr algn="l"/>
            <a:r>
              <a:rPr sz="3200" b="0">
                <a:solidFill>
                  <a:srgbClr val="466455"/>
                </a:solidFill>
              </a:rPr>
              <a:t>🍋  Fresh lemonade</a:t>
            </a:r>
          </a:p>
          <a:p>
            <a:pPr algn="l"/>
            <a:r>
              <a:rPr sz="3200" b="0">
                <a:solidFill>
                  <a:srgbClr val="466455"/>
                </a:solidFill>
              </a:rPr>
              <a:t>🥪  Cucumber sandwiches</a:t>
            </a:r>
          </a:p>
          <a:p>
            <a:pPr algn="l"/>
            <a:r>
              <a:rPr sz="3200" b="0">
                <a:solidFill>
                  <a:srgbClr val="466455"/>
                </a:solidFill>
              </a:rPr>
              <a:t>🧺  The big checked blanket</a:t>
            </a:r>
          </a:p>
          <a:p>
            <a:pPr algn="l"/>
            <a:r>
              <a:rPr sz="3200" b="0">
                <a:solidFill>
                  <a:srgbClr val="466455"/>
                </a:solidFill>
              </a:rPr>
              <a:t>🥏  A frisbee, just in case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095500"/>
            <a:ext cx="2667000" cy="2667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413000"/>
            <a:ext cx="24130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8890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BE5A78"/>
                </a:solidFill>
              </a:rPr>
              <a:t>The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9000" y="1905000"/>
            <a:ext cx="3175000" cy="3556000"/>
          </a:xfrm>
          <a:prstGeom prst="roundRect">
            <a:avLst/>
          </a:prstGeom>
          <a:solidFill>
            <a:srgbClr val="FF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95500" y="2222500"/>
            <a:ext cx="762000" cy="76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3302000"/>
            <a:ext cx="317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6E4637"/>
                </a:solidFill>
              </a:rPr>
              <a:t>11:00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000" y="4064000"/>
            <a:ext cx="3175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785A50"/>
                </a:solidFill>
              </a:rPr>
              <a:t>Meet at the</a:t>
            </a:r>
          </a:p>
          <a:p>
            <a:pPr algn="ctr"/>
            <a:r>
              <a:rPr sz="3000" b="0">
                <a:solidFill>
                  <a:srgbClr val="785A50"/>
                </a:solidFill>
              </a:rPr>
              <a:t>big oak 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905000"/>
            <a:ext cx="3175000" cy="3556000"/>
          </a:xfrm>
          <a:prstGeom prst="roundRect">
            <a:avLst/>
          </a:prstGeom>
          <a:solidFill>
            <a:srgbClr val="FFE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78500" y="2222500"/>
            <a:ext cx="762000" cy="76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302000"/>
            <a:ext cx="317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6E4637"/>
                </a:solidFill>
              </a:rPr>
              <a:t>12:30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064000"/>
            <a:ext cx="3175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785A50"/>
                </a:solidFill>
              </a:rPr>
              <a:t>Lunch on</a:t>
            </a:r>
          </a:p>
          <a:p>
            <a:pPr algn="ctr"/>
            <a:r>
              <a:rPr sz="3000" b="0">
                <a:solidFill>
                  <a:srgbClr val="785A50"/>
                </a:solidFill>
              </a:rPr>
              <a:t>the grass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55000" y="1905000"/>
            <a:ext cx="3175000" cy="3556000"/>
          </a:xfrm>
          <a:prstGeom prst="roundRect">
            <a:avLst/>
          </a:prstGeom>
          <a:solidFill>
            <a:srgbClr val="C8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61500" y="2222500"/>
            <a:ext cx="762000" cy="76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5000" y="3302000"/>
            <a:ext cx="317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6E4637"/>
                </a:solidFill>
              </a:rPr>
              <a:t>15:00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0" y="4064000"/>
            <a:ext cx="3175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785A50"/>
                </a:solidFill>
              </a:rPr>
              <a:t>Ice cream</a:t>
            </a:r>
          </a:p>
          <a:p>
            <a:pPr algn="ctr"/>
            <a:r>
              <a:rPr sz="3000" b="0">
                <a:solidFill>
                  <a:srgbClr val="785A50"/>
                </a:solidFill>
              </a:rPr>
              <a:t>walk home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413000"/>
            <a:ext cx="12192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825AAA"/>
                </a:solidFill>
              </a:rPr>
              <a:t>See you there!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56000"/>
            <a:ext cx="12192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A078BE"/>
                </a:solidFill>
              </a:rPr>
              <a:t>Bring sunshine and good snacks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